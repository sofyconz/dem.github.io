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7E6B57-7B05-4108-ACFC-68A6BBD51B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46AD1D-1C90-49D7-A807-3FCCBED248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73C9B42-7A4F-4D8C-B111-B7B43CD1AB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6393EB7-CDF9-4E55-A131-A5924A683E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226B5E4-90C5-40AF-83F0-9FDEA33E1C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23E5DB5-AE78-4E64-8786-AB95F64743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9748FCF-9E4B-4426-A6EF-90D29EA4A6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773FBE2-878F-41CD-968F-A0148A167F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92262C0-CB44-4265-9DCF-224F5A2BB8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66A63B1-0A71-4A87-A4A0-D96D1CA30B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6C71D7F-3B6F-46F4-8FCA-973A9EAD5E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A86455-7CF1-480C-B79D-6C354105F4A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F21440-22C4-462E-9ED2-4DD85554E6A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FEA458-B1F8-4A35-8F08-F976515F819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64075C-DD76-4BBD-9B3C-9B511EF906E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ABF379-7C23-41B9-968F-1FD1A9B319C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BD1493-4AC2-421B-942D-4C8B55A34CA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5E5521-43DB-42B7-BAD6-E4B4EEC090E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9498A0-6B34-478B-85BE-426C484B6FC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3406FC-53F4-4F99-9669-4BA491D2FC1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4186E8-7E69-4B8E-90A8-37B0BB030F5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F89A46-603C-4C29-8FAB-F8EB4073490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длину стороны квадрата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(сторона в квадрате)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side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квадрата равна: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94680"/>
            <a:ext cx="10515240" cy="15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длины сторон прямоугольника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length = float(input("Введите длину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width = float(input("Введите ширину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(длина × ширина)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length * width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прямоугольника равна: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два числа у пользователя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среднее арифметическое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print(f"Среднее арифметическое равно: {average}")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Запрашиваем два числа у пользователя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Вычисляем среднее геометрическое (корень из произведения)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Формула: √(a * b)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if num1 &gt;= 0 and num2 &gt;= 0: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geometric_mean = math.sqrt(num1 * num2)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print(f"Среднее геометрическое равно: {geometric_mean}")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print("Ошибка: для вычисления среднего геометрического числа должны быть неотрицательными.")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184760" y="1690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Запрашиваем длины катетов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Вычисляем гипотенузу по теореме Пифагора: c = √(a² + b²)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hypotenuse = math.sqrt(a**2 + b**2)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Вычисляем площадь прямоугольного треугольника: S = (a * b) / 2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print(f"Гипотенуза равна: {hypotenuse}")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print(f"Площадь равна: {area}")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N.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Вывести на экран через запятую (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N-1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число N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значения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val1 = (N - 1)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val2 = N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val3 = (N + 1)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через запятую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print(f"{val1}, {val2}, {val3}")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Запрашиваем год у пользователя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Проверяем по правилам високосного года: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- год делится на 400 → високосный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- год делится на 4, но НЕ делится на 100 → високосный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- во всех остальных случаях → невисокосный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if (year % 400 == 0) or (year % 4 == 0 and year % 100 != 0):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print(f"{year} год — високосный")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print(f"{year} год — невисокосный")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864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Запрашиваем целое число у пользователя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num = int(input("Введите целое число: "))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Проверяем остаток от деления на 2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print(f"Число {num} — четное")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print(f"Число {num} — нечетное")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900000" y="18000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Запрашиваем два числа у пользователя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Проверяем условие и выполняем соответствующую операцию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if num1 &lt; num2: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result = num1 + num2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print(f"Первое число меньше второго, поэтому вычисляем сумму: {result}")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result = num1 - num2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print(f"Первое число не меньше второго, поэтому вычисляем разность: {result}")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Выводим степени числа 2 от 2^0 до 2^15 (всего 16 значений)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for i in range(16):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print(f"2^{i} = {2**i}")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Инициализируем счетчик четных чисел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even_count = 0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Запрашиваем 10 чисел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num = int(input(f"Число {i+1}: "))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Проверяем, является ли число четным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even_count += 1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print(f"Среди введенных чисел {even_count} четных")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73440"/>
            <a:ext cx="10515240" cy="161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140000" y="12600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Инициализируем счетчики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positive_count = 0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negative_count = 0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zero_count = 0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Запрашиваем 10 чисел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num = int(input(f"Число {i+1}: "))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Проверяем знак числа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positive_count += 1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negative_count += 1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zero_count += 1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print(f"\nПоложительных чисел: {positive_count}")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print(f"Отрицательных чисел: {negative_count}")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print(f"Нулей: {zero_count}")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064760" y="14400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Запрашиваем первое число и используем его как начальное значение для max и min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first_num = int(input("Число 1: "))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max_num = first_num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min_num = first_num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Запрашиваем оставшиеся 9 чисел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for i in range(2, 11):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num = int(input(f"Число {i}: "))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Обновляем максимум и минимум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if num &gt; max_num: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max_num = num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if num &lt; min_num: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min_num = num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Вычисляем и выводим разницу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difference = max_num - min_num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print(f"\nНаибольшее число: {max_num}")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print(f"Наименьшее число: {min_num}")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print(f"Разница между ними: {difference}")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A.append(int(input(f"Число {i+1}: ")))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max_val = A[0]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count = 1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for i in range(1, 10):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if A[i] &gt; max_val: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max_val = A[i]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count = 1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elif A[i] == max_val: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count += 1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print(f"Максимальный элемент: {max_val}, встречается {count} раз(а)")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4240" y="365040"/>
            <a:ext cx="12002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364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980000" y="12600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Список для хранения массива A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num = int(input(f"Число {i+1}: "))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A.append(num)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Сумма элементов с четными индексами (0, 2, 4, 6, 8)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sum_even = sum(A[0::2])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Сумма элементов с нечетными индексами (1, 3, 5, 7, 9)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sum_odd = sum(A[1::2])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Разница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difference = sum_even - sum_odd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print(f"Массив A: {A}")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print(f"Элементы с четными индексами: {A[0::2]} (сумма = {sum_even})")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print(f"Элементы с нечетными индексами: {A[1::2]} (сумма = {sum_odd})")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dk1"/>
                </a:solidFill>
                <a:latin typeface="Calibri"/>
              </a:rPr>
              <a:t>print(f"Разница: {difference}")</a:t>
            </a:r>
            <a:endParaRPr b="0" lang="ru-RU" sz="9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Запрашиваем текст у пользователя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Инициализируем счетчик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digit_count = 0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Проходим по каждому символу в тексте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for char in text: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Проверяем, является ли символ цифрой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if char.isdigit():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digit_count += 1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print(f"Количество арабских цифр в тексте: {digit_count}")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Запрашиваем строку у пользователя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Удаляем все пробелы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Метод replace заменяет все вхождения первого аргумента на второй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text_without_spaces = text.replace(" ", "")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print(f"Строка без пробелов: {text_without_spaces}")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# Запрашиваем строку у пользователя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# Разбиваем строку на слова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words = text.split()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# Проверяем, что строка не пустая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if words: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print(f"Первое слово: {words[0]}")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print("Строка не содержит слов.")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текст у пользователя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Открываем файл для записи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with open("output.txt", "w", encoding="utf-8") as file: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file.write(text)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print("Текст успешно записан в файл output.txt")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365040"/>
            <a:ext cx="121917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b="0" lang="en-US" sz="2000" spc="-1" strike="noStrike">
                <a:solidFill>
                  <a:schemeClr val="dk1"/>
                </a:solidFill>
                <a:latin typeface="Calibri Light"/>
              </a:rPr>
              <a:t>[N,M]</a:t>
            </a: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702360" y="1690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Запрашиваем диапазон у пользователя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print("Загадайте число в указанном диапазоне.")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N = int(input("Введите нижнюю границу N: "))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M = int(input("Введите верхнюю границу M: "))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Проверяем корректность диапазона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if N &gt; M: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print("Ошибка: N не может быть больше M!")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questions = 0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left = N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right = M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print("\nКомпьютер начинает угадывать число...")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Бинарный поиск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while left &lt; right: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mid = (left + right) // 2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questions += 1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Задаём вопрос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answer = input(f"Вопрос {questions}: Ваше число больше {mid}? (да/нет): ").strip().lower()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Обрабатываем ответ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if answer in ("да", "yes", "д", "y"):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left = mid + 1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elif answer in ("нет", "no", "н", "n"):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right = mid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print("Непонятный ответ. Считаем, что 'нет'.")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right = mid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Когда left == right, мы нашли число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print(f"\n🎉 Ваше число: {left}")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print(f"Количество вопросов: {questions}")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Application>LibreOffice/7.6.7.2$Linux_X86_64 LibreOffice_project/60$Build-2</Application>
  <AppVersion>15.0000</AppVersion>
  <Words>373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>Елена Демидова</dc:creator>
  <dc:description/>
  <dc:language>ru-RU</dc:language>
  <cp:lastModifiedBy/>
  <dcterms:modified xsi:type="dcterms:W3CDTF">2026-06-20T09:40:16Z</dcterms:modified>
  <cp:revision>13</cp:revision>
  <dc:subject/>
  <dc:title>Программирование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